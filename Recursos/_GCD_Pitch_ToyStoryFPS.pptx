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4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1F78A0-33CE-A39D-ADA9-9EB0155BF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757AFD5-1029-EF59-F7C7-CB717151D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618E5F-AC5F-B313-5182-264ED46C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F3CD899-8EF7-267F-8F2D-B2F66BA33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013F41-5671-BEAA-2176-E9AE98B49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6781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36C49C-0108-73CF-2375-9248C0156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08F5EA3-0E3D-05E9-7BCC-3242017002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FA30F34-BEC1-F194-4F85-60A35AE75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70A939-BF0A-556F-438A-4302B924C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D070A81-FC5A-59D9-E0BC-3A867FEA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74133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18AD94-48E6-BBAA-0E22-E8040430F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3871045-35E0-AFAA-158D-596DAAFB48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7299CF-F591-DF91-6408-FC20365D5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711A0FF-78F7-045E-1B37-783774DCC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866C9B4-6434-CF9E-116B-0E8FAAD0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84951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58B2FC-0247-C814-ECF0-B6FEB2A65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1E9EDA-511A-ED04-7E29-3B527DAB87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E472007-9752-5540-289B-ABCEF659B0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2FABB46-7476-9B06-210B-89D8DC5B5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EC428CE-D0AD-51E4-817B-D162443C2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F0E8958-4483-DD5C-D145-04CC1AE22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6019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C1787E-3C89-FDB7-8C7B-98612D065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3910A1-4C23-71E0-CC09-FCC6671BE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56198E8-5A44-5DB1-2E77-7AE85AFE91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2F4EE7C-42BB-7D8A-BCEF-815E942772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0FAD256-F08F-8596-12FA-DC9B7C8ABE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2DC432F7-0AEF-E556-FEC6-ED7CA8771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E706822-F07D-2B5B-A5F6-FC44CE4D8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2489241-5971-7A7E-0437-DBC537493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224491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039F00-756F-B7C5-E63E-4336E3C50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EA3CF446-A5F4-5844-252E-22C10CA74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45EE0423-954F-D089-02B2-B8E983A0F0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F6886EF-8F02-D6A4-ED81-DC3FF5086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8162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C04E2BAB-387C-6658-CD76-C9686CF90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C9D7D57-0920-66ED-4BB7-3C5F505F5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6DC37C-3422-66FC-3F93-101A54C70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91914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06553D-C47A-4FBF-CD88-B301BD944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A5D2795-A968-5FF9-13C1-9E54DDCF4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9FCBE9C-8290-B655-E510-A634A56A13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E8A8750-163C-5B19-3C78-91EFEDBA4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BF291BB-AE7B-45DA-85FE-A11492C24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F1D827F-7820-DA68-DF01-DAF908C09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89660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9D9557-28F4-C1B5-B39D-BA2016090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CFF0C3D-EA9E-2E61-DB52-0359CC6F70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F904961-51B9-78C3-B149-F35262C03B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4FF7B6E-D9AC-CA29-5CB4-60DFB2FC2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90EAB7E-B721-CE18-6392-7FBB7D3B6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D71F17F-29F9-E0DF-4466-91A719D24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2560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D16F2F-C7DD-163B-6835-6FE47C38D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6CF372B-97D1-14C9-F293-168342E7E7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FA0F850-030A-3EB4-4C3E-3921CFD41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E19622-557D-8E46-595E-B49EF4DA6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5CAA623-CF89-5C15-8AB1-8E355F38B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3864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B3BA4FAD-E6E4-E4D0-661C-1AA5DFAB56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24D7838-7317-0DC8-21C9-1AAD7871D1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B092AAD-A802-1BA2-D66D-61D26E24D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F413E0E-8E9D-224B-2E4F-D88893A303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FB61EC-D9DC-C0F0-5709-065A9CDE9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9095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25F47F7-1C05-172E-6901-856337CCF1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898BF4A-457E-C6A5-177B-108B0CD27C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A75AD1-DB85-E913-B312-42D7F417E53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EF2E0-2BD0-4A84-91C7-588734871B33}" type="datetimeFigureOut">
              <a:rPr lang="es-ES" smtClean="0"/>
              <a:t>09/04/2026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BDA7694-E98F-E233-A5C0-42625147B3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0DCCF59-1CBC-7AFC-CBEA-4947714C52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0B9171-A153-4759-BF68-B306D62331F2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59442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05F514-6C41-1780-5DE7-F38843B34F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F974359-D1F5-C9DA-1D73-AF084E4962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5063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D95005-0BEB-485A-DBDB-D5FCCC3DF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9EFE8A2-8E45-2821-4CEA-228BC305A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8132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53DFC6-1AF1-FFC8-D78A-DAFC15EE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097513-C451-F602-0DEC-6B5D37672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Logo </a:t>
            </a:r>
            <a:r>
              <a:rPr lang="es-ES" dirty="0" err="1"/>
              <a:t>Toy</a:t>
            </a:r>
            <a:r>
              <a:rPr lang="es-ES" dirty="0"/>
              <a:t> </a:t>
            </a:r>
            <a:r>
              <a:rPr lang="es-ES" dirty="0" err="1"/>
              <a:t>Story</a:t>
            </a:r>
            <a:r>
              <a:rPr lang="es-ES" dirty="0"/>
              <a:t> – </a:t>
            </a:r>
            <a:r>
              <a:rPr lang="es-ES" dirty="0" err="1"/>
              <a:t>StickPNG</a:t>
            </a:r>
            <a:endParaRPr lang="es-ES" dirty="0"/>
          </a:p>
          <a:p>
            <a:pPr marL="0" indent="0">
              <a:buNone/>
            </a:pPr>
            <a:r>
              <a:rPr lang="es-ES" dirty="0"/>
              <a:t>Iconos – </a:t>
            </a:r>
            <a:r>
              <a:rPr lang="es-ES" dirty="0" err="1"/>
              <a:t>Flaticon</a:t>
            </a:r>
            <a:r>
              <a:rPr lang="es-ES" dirty="0"/>
              <a:t> </a:t>
            </a:r>
            <a:r>
              <a:rPr lang="es-ES"/>
              <a:t>– </a:t>
            </a:r>
            <a:r>
              <a:rPr lang="es-ES" dirty="0"/>
              <a:t>Iconos8</a:t>
            </a:r>
          </a:p>
          <a:p>
            <a:pPr marL="0" indent="0">
              <a:buNone/>
            </a:pPr>
            <a:r>
              <a:rPr lang="es-ES" dirty="0"/>
              <a:t>Modelos Woody, </a:t>
            </a:r>
            <a:r>
              <a:rPr lang="es-ES" dirty="0" err="1"/>
              <a:t>Buzz</a:t>
            </a:r>
            <a:r>
              <a:rPr lang="es-ES" dirty="0"/>
              <a:t> y habitación – </a:t>
            </a:r>
            <a:r>
              <a:rPr lang="es-ES" dirty="0" err="1"/>
              <a:t>AgoraComunity</a:t>
            </a:r>
            <a:endParaRPr lang="es-ES" dirty="0"/>
          </a:p>
          <a:p>
            <a:pPr marL="0" indent="0">
              <a:buNone/>
            </a:pPr>
            <a:r>
              <a:rPr lang="es-ES" dirty="0"/>
              <a:t>Animaciones y </a:t>
            </a:r>
            <a:r>
              <a:rPr lang="es-ES" dirty="0" err="1"/>
              <a:t>rigs</a:t>
            </a:r>
            <a:r>
              <a:rPr lang="es-ES" dirty="0"/>
              <a:t>- </a:t>
            </a:r>
            <a:r>
              <a:rPr lang="es-ES" dirty="0" err="1"/>
              <a:t>Mixamo</a:t>
            </a:r>
            <a:endParaRPr lang="es-ES" dirty="0"/>
          </a:p>
          <a:p>
            <a:pPr marL="0" indent="0">
              <a:buNone/>
            </a:pPr>
            <a:r>
              <a:rPr lang="es-ES" dirty="0"/>
              <a:t>Canciones personalizadas – </a:t>
            </a:r>
            <a:r>
              <a:rPr lang="es-ES" dirty="0" err="1"/>
              <a:t>SunoAI</a:t>
            </a:r>
            <a:endParaRPr lang="es-ES" dirty="0"/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352437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</TotalTime>
  <Words>26</Words>
  <Application>Microsoft Office PowerPoint</Application>
  <PresentationFormat>Panorámica</PresentationFormat>
  <Paragraphs>5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Xiaowei Hu</dc:creator>
  <cp:lastModifiedBy>Xiaowei Hu</cp:lastModifiedBy>
  <cp:revision>2</cp:revision>
  <dcterms:created xsi:type="dcterms:W3CDTF">2026-04-02T20:44:17Z</dcterms:created>
  <dcterms:modified xsi:type="dcterms:W3CDTF">2026-04-09T17:57:39Z</dcterms:modified>
</cp:coreProperties>
</file>